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Blood Group Detection Using Fingerprint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6: Anudeepth BJ, Maheswar P.M, Arjun Krishna, Hrithunandhan P</a:t>
            </a:r>
          </a:p>
          <a:p>
            <a:r>
              <a:t>Institution: College of Engineering Vadakara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Invasive Methods: Traditional blood testing requires venipuncture, which is uncomfortable and anxiety-inducing.</a:t>
            </a:r>
          </a:p>
          <a:p>
            <a:r>
              <a:t>• Time Consumption: Laboratory processing takes a minimum of 15-30 minutes, causing critical delays in emergencies.</a:t>
            </a:r>
          </a:p>
          <a:p>
            <a:r>
              <a:t>• Resource Heavy: Current methods demand specialized reagents, sterile equipment, cold chain storage, and trained phlebotomists, limiting access in remote areas.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Solution: A completely non-invasive biometric diagnostic tool that determines blood groups (ABO and Rh factor) in under 5 seconds using fingerprint analysis.</a:t>
            </a:r>
          </a:p>
          <a:p>
            <a:r>
              <a:t>• Emergency Response: Provides instant identification during mass casualties and accidents.</a:t>
            </a:r>
          </a:p>
          <a:p>
            <a:r>
              <a:t>• Remote Accessibility: Eliminates the need for laboratory infrastructure, bringing essential healthcare to underserved communities.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Biological Basis: Fingerprint patterns (loops, whorls, arches) and ABO/Rh systems are both genetically determined traits formed during early embryonic development.</a:t>
            </a:r>
          </a:p>
          <a:p>
            <a:r>
              <a:t>• Statistical Correlation: A 2024 study by Buzdar et al. analyzed 293 participants and found a statistically significant association (p-value = 0.013) between fingerprint patterns and blood groups.</a:t>
            </a:r>
          </a:p>
          <a:p>
            <a:r>
              <a:t>• Pattern Dominance: Research by Mukul Chopra (150 participants) confirmed that the 'loop' pattern is the most dominant in both males (62.8%) and females (58.8%).</a:t>
            </a:r>
          </a:p>
          <a:p>
            <a:r>
              <a:t>• Deep Learning Efficacy: A 2025 review by Aarsha K S et al. demonstrated that Convolutional Neural Networks (CNNs) utilizing image preprocessing achieve 90-92% prediction accuracy, vastly outperforming traditional statistical models (62-80%).</a:t>
            </a:r>
          </a:p>
          <a:p>
            <a:r>
              <a:t>• Algorithmic Pipeline: Studies emphasize the need for robust automated preprocessing before feeding feature vectors into a CNN.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Identified Research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Application Gap: Most existing fingerprint preprocessing algorithms are designed strictly for identity matching, not biomedical prediction.</a:t>
            </a:r>
          </a:p>
          <a:p>
            <a:r>
              <a:t>• Integration Gap: There is a lack of end-to-end pipelines that combine live hardware, automated preprocessing, and CNN-based prediction models.</a:t>
            </a:r>
          </a:p>
          <a:p>
            <a:r>
              <a:t>• Hardware Gap: Previous research relies heavily on offline, static datasets rather than real-time scanner input.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Modular Design Layering:</a:t>
            </a:r>
          </a:p>
          <a:p>
            <a:pPr lvl="1"/>
            <a:r>
              <a:t>• Hardware Layer: The biometric scanner capturing the raw print.</a:t>
            </a:r>
          </a:p>
          <a:p>
            <a:pPr lvl="1"/>
            <a:r>
              <a:t>• View Layer (GUI): A PyQt5 window facilitating user interactions.</a:t>
            </a:r>
          </a:p>
          <a:p>
            <a:pPr lvl="1"/>
            <a:r>
              <a:t>• Controller Layer: The core Python script managing system logic.</a:t>
            </a:r>
          </a:p>
          <a:p>
            <a:pPr lvl="1"/>
            <a:r>
              <a:t>• Data Layer: OpenCV and TensorFlow executing the heavy mathematical lifting and image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Specifications (Software Stack)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PyQt5: Used to build a fast, localized Graphical User Interface (GUI).</a:t>
            </a:r>
          </a:p>
          <a:p>
            <a:r>
              <a:t>• OpenCV: An optimized computer vision library used for the extraction phase.</a:t>
            </a:r>
          </a:p>
          <a:p>
            <a:r>
              <a:t>• TensorFlow: Google's premier Deep Learning framework housing the ResNet50V2 model.</a:t>
            </a:r>
          </a:p>
          <a:p>
            <a:r>
              <a:t>• Keras: A high-level API layered over TensorFlow that streamlines code for rapid assembly.</a:t>
            </a:r>
          </a:p>
          <a:p>
            <a:r>
              <a:t>• NVIDIA CUDA: Essential software that bridges TensorFlow with the GPU, cutting calculation times from months to milliseconds.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seamless, real-time workflow from the user's perspective:</a:t>
            </a:r>
          </a:p>
          <a:p>
            <a:pPr lvl="1"/>
            <a:r>
              <a:t>1. Launch: The user opens the application.</a:t>
            </a:r>
          </a:p>
          <a:p>
            <a:pPr lvl="1"/>
            <a:r>
              <a:t>2. Input: The user places their finger on the sensor.</a:t>
            </a:r>
          </a:p>
          <a:p>
            <a:pPr lvl="1"/>
            <a:r>
              <a:t>3. Action: The user clicks the 'Capture' button.</a:t>
            </a:r>
          </a:p>
          <a:p>
            <a:pPr lvl="1"/>
            <a:r>
              <a:t>4. Processing: The screen freezes for a fraction of a second while the GPU processes millions of equations.</a:t>
            </a:r>
          </a:p>
          <a:p>
            <a:pPr lvl="1"/>
            <a:r>
              <a:t>5. Output: A clean text box instantly displays the predicted blood group (e.g., 'Blood Group: B+').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Proven Innovation: This system successfully validates that fingerprint-based blood group detection is scientifically feasible, clinically accurate, and highly practical.</a:t>
            </a:r>
          </a:p>
          <a:p>
            <a:r>
              <a:t>• Healthcare Impact: Democratizes access to medical information by making testing cheaper, painless, and decentralized.</a:t>
            </a:r>
          </a:p>
          <a:p>
            <a:r>
              <a:t>• Next Steps: Future deployment requires comprehensive clinical trials across diverse populations and formal regulatory approvals (FDA/CE marking).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